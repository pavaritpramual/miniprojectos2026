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หน้าปก</a:t>
            </a:r>
          </a:p>
          <a:p/>
          <a:p>
            <a:r>
              <a:t>**ธีรเมธ · 15 วินาที**</a:t>
            </a:r>
          </a:p>
          <a:p/>
          <a:p>
            <a:r>
              <a:t>สวัสดีครับ กลุ่มผู้ก้าวข้ามโชคชะตาด้วยมือของตัวเอง วันนี้นำเสนอ CoreSpace หัวข้อ Disk Space Visualization ครับ งานนี้ใช้ความรู้ OS อ่านข้อมูลไฟล์แล้วแสดงพื้นที่ผ่านเว็บ โดยมีศรัณย์ทำ C ปวริศช์ทำ Python และผมทำหน้าเว็บครับ</a:t>
            </a:r>
          </a:p>
          <a:p/>
          <a:p>
            <a:r>
              <a:t>บนหน้าปกใส่สมาชิกครบ โดยศรัณย์ใช้รหัส **673380515-1** ปวริศช์ **673380278-9** และธีรเมธ **673380273-9** ไม่ต้องอ่านรหัสทุกคนออกเสียง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ช่วยให้เรารู้ว่าไฟล์ใดใช้พื้นที่มาก</a:t>
            </a:r>
          </a:p>
          <a:p/>
          <a:p>
            <a:r>
              <a:t>**ธีรเมธ · 40 วินาที**</a:t>
            </a:r>
          </a:p>
          <a:p/>
          <a:p>
            <a:r>
              <a:t>เมื่อไฟล์กระจายหลายโฟลเดอร์ เราอาจไม่รู้ว่าอะไรใช้พื้นที่มาก CoreSpace แปลงข้อมูลที่ OS อ่านได้เป็นเมืองไฟล์ครับ พื้นที่ฐานอาคารใช้เทียบสัดส่วนขนาดในมุมมองนี้ เลือกอาคารแล้วชื่อและขนาดค้างอยู่ด้านข้าง ถ้าไฟล์เล็กจนหาไม่เจอ สามารถค้นจากผลสแกนทั้งหมดได้ ภาพนี้มาจาก C และ Python อ่านไฟล์จริงในโปรเจกต์บน Windows ต่อไปศรัณย์จะอธิบายว่าเราอ่านข้อมูลนั้นได้อย่างไรครับ</a:t>
            </a:r>
          </a:p>
          <a:p/>
          <a:p>
            <a:r>
              <a:t>ชี้พื้นที่ฐาน ไม่ใช้ความสูงอาคารเป็นสเกลไบต์โดยตรง เพราะความสูงใช้ log หน้าต่างเป็นการตกแต่ง ไม่ใช่จำนวนไฟล์ สีใช้ช่วยแยกประเภทตามนามสกุล ดูชื่อประกอบได้ รายการที่เป็นศูนย์หรือไม่ทราบขนาดยังแสดงในส่วนแยก ไม่สมมติพื้นที่ให้มัน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อ่านขนาดไฟล์ได้โดยไม่ต้องอ่านเนื้อหาทั้งไฟล์</a:t>
            </a:r>
          </a:p>
          <a:p/>
          <a:p>
            <a:r>
              <a:t>**ศรัณย์ · 60 วินาที**</a:t>
            </a:r>
          </a:p>
          <a:p/>
          <a:p>
            <a:r>
              <a:t>ระบบไฟล์จัดเก็บชื่อและรายการใน directory ส่วนข้อมูลเกี่ยวกับไฟล์ เช่น ชนิดและขนาด เรียกว่า metadata ครับ โปรแกรมของเราเดินอ่านโฟลเดอร์และโฟลเดอร์ย่อย แล้วอ่าน metadata ของแต่ละรายการ ขนาดเนื้อหาอ่านจาก st_size จึงไม่ต้องเปิดอ่านเนื้อหาทั้งไฟล์เพื่อรู้ขนาด ข้อมูลนี้นำมาสร้าง tree และรวมขนาดของโฟลเดอร์ได้ครับ</a:t>
            </a:r>
          </a:p>
          <a:p/>
          <a:p>
            <a:r>
              <a:t>ใช้ child-001.txt จาก fixture แบบ VariedSizes มี st_size 1,024 ไบต์ประกอบ แยก tree ที่เราแสดงออกจากการจัดเก็บภายในของระบบไฟล์ ไม่บอกว่า tree บนเว็บคือโครงสร้างบนดิสก์ทั้งหมด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โปรแกรม C ขอข้อมูลไฟล์ผ่าน POSIX API</a:t>
            </a:r>
          </a:p>
          <a:p/>
          <a:p>
            <a:r>
              <a:t>**ศรัณย์ · 70 วินาที**</a:t>
            </a:r>
          </a:p>
          <a:p/>
          <a:p>
            <a:r>
              <a:t>ใน C เราใช้ opendir เปิด directory ใช้ readdir อ่านรายการ แล้วใช้ lstat อ่านชนิดกับขนาด โดย lstat ไม่ตาม symbolic link ไปยังปลายทาง เมื่อใช้เสร็จจะปิดด้วย closedir ครับ ถ้ามีข้อผิดพลาด โปรแกรมส่งเหตุผลกลับ ไม่ตีความว่าเป็นขนาดศูนย์ ลิงก์ที่ชี้กลับโฟลเดอร์เดิมจะถูกข้าม เพื่อป้องกันการเดินวนไม่จบ</a:t>
            </a:r>
          </a:p>
          <a:p/>
          <a:p>
            <a:r>
              <a:t>ชื่อเหล่านี้เป็นส่วนติดต่อ POSIX ผ่านไลบรารีระบบ ไม่ได้แปลว่าการเรียกทุกฟังก์ชันตรงกับ kernel system call หนึ่งครั้ง การขอข้อมูลจาก kernel เกิดอยู่ภายในส่วนนี้ครับ ต่อไปปวริศช์จะอธิบายว่า Python รับผลจาก C อย่างไร</a:t>
            </a:r>
          </a:p>
          <a:p/>
          <a:p>
            <a:r>
              <a:t>โชว์โค้ดจริงช่วงสั้น ๆ จาก `scanner/diskviz-scan.c` เน้นบรรทัดสำคัญ ห้ามบอกว่ามีผล strace ยืนยันแล้วหากยังไม่ได้เก็บหลักฐาน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กับ C เป็นคนละ process และส่งข้อมูลผ่าน pipe</a:t>
            </a:r>
          </a:p>
          <a:p/>
          <a:p>
            <a:r>
              <a:t>**ปวริศช์ · 70 วินาที**</a:t>
            </a:r>
          </a:p>
          <a:p/>
          <a:p>
            <a:r>
              <a:t>เว็บส่งคำขอผ่าน HTTP ให้ Python บน Windows จากนั้น Python เปิดโปรแกรม C ใน Ubuntu ผ่าน WSL ซึ่งยังอยู่บนคอมเครื่องเดียวครับ C กับ Python เป็นคนละ process จึงส่งข้อมูลกันผ่าน pipe โดย C เขียน stdout ทีละบรรทัดเป็น NDJSON และ Python อ่านเพื่อตรวจและบันทึกลง SQLite</a:t>
            </a:r>
          </a:p>
          <a:p/>
          <a:p>
            <a:r>
              <a:t>งานสแกนทำเบื้องหลัง เว็บจึงขอสถานะและรายการได้ระหว่างรอ เมื่อกดยกเลิก Python ส่ง TERM ไปยัง PID ของโปรแกรมใน Ubuntu ถ้าจำเป็นจึงใช้ KILL และตรวจว่าหยุดจริงก่อนรายงาน cancelled ไม่ใช่แค่หยุดถามสถานะบนเว็บครับ</a:t>
            </a:r>
          </a:p>
          <a:p/>
          <a:p>
            <a:r>
              <a:t>ชี้ลูกศร HTTP กับ pipe คนละเส้น แยก background thread ของ Python ออกจาก process ของ C ไม่อ้างว่ามีอัลกอริทึม CPU scheduling ใหม่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ขนาดเนื้อหากับพื้นที่ที่ใช้บนดิสก์อาจต่างกัน</a:t>
            </a:r>
          </a:p>
          <a:p/>
          <a:p>
            <a:r>
              <a:t>**ปวริศช์ · 60 วินาที**</a:t>
            </a:r>
          </a:p>
          <a:p/>
          <a:p>
            <a:r>
              <a:t>Logical คือขนาดเนื้อหาจาก metadata ที่ C อ่าน ส่วน Allocated ใช้ GetCompressedFileSizeW ของ Windows วัดครับ สองค่านี้อาจต่างกันจากวิธีจัดเก็บ เช่น ไฟล์บีบอัด แต่ไฟล์ตัวอย่างที่ตรวจในงานนี้ zero.bin ได้ศูนย์ทั้งสองค่า และ large.bin ได้ 1,048,576 ไบต์ทั้งสองค่า ซึ่งตรวจเทียบกับ Windows API อีกวิธีแล้ว</a:t>
            </a:r>
          </a:p>
          <a:p/>
          <a:p>
            <a:r>
              <a:t>ยอดโฟลเดอร์รวมไฟล์ที่อ่านได้ทั้งหมด ไม่ใช่เฉพาะ 50 แถวที่เห็น ค่าศูนย์หมายถึงวัดได้ศูนย์ ส่วน null หมายถึงยังไม่ทราบหรือวัดไม่ได้ และยอดนี้อาจไม่เท่าพื้นที่ใช้ทั้งไดรฟ์ เพราะรายการที่อ่านไม่ได้ ข้อมูลระบบ และ hard link ครับ ต่อไปจะเปิดโปรแกรมให้ดูจริง</a:t>
            </a:r>
          </a:p>
          <a:p/>
          <a:p>
            <a:r>
              <a:t>คำอธิบาย compressed/sparse เป็นทฤษฎี ไม่อ้างว่าได้ทดสอบกับไฟล์ชนิดนั้นแล้ว ไม่ใช้ Allocated ลบ Logical เป็น Slack เสมอ หลักฐานขนาดอยู่ใน [ผลรวมระบบ](results/REAL_SCANNER_INTEGRATION.md)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เดโมจริง 2 นาที</a:t>
            </a:r>
          </a:p>
          <a:p/>
          <a:p>
            <a:r>
              <a:t>**ธีรเมธ · 120 วินาที**</a:t>
            </a:r>
          </a:p>
          <a:p/>
          <a:p>
            <a:r>
              <a:t>เปิดเว็บปกติ `http://127.0.0.1:8080` ตั้ง C ใน WSL ก่อนอัด ใช้โฟลเดอร์ไฟล์จริงที่เตรียมด้วย `prepare_demo_fixture.ps1 -VariedSizes` และเตรียมผลที่มี junction ไว้ก่อน อัดเฉพาะเว็บพร้อมเสียง</a:t>
            </a:r>
          </a:p>
          <a:p/>
          <a:p>
            <a:r>
              <a:t>| เวลา | สิ่งที่ทำ | คำอธิบาย OS |</a:t>
            </a:r>
          </a:p>
          <a:p>
            <a:r>
              <a:t>| --- | --- | --- |</a:t>
            </a:r>
          </a:p>
          <a:p>
            <a:r>
              <a:t>| 00:00–00:25 | Scan แล้วเปิดบันทึกการทำงาน ดูจำนวนรายการ | Python เริ่ม process C รับข้อมูลผ่าน pipe และเว็บติดตามงานเบื้องหลัง |</a:t>
            </a:r>
          </a:p>
          <a:p>
            <a:r>
              <a:t>| 00:25–00:50 | เข้า many เลือกอาคารหรือป้ายชื่อ ดูชื่อและขนาดที่ค้างอยู่ | ขนาดมาจาก metadata และ Windows API พื้นที่ฐานใช้เทียบขนาด |</a:t>
            </a:r>
          </a:p>
          <a:p>
            <a:r>
              <a:t>| 00:50–01:15 | ค้น child-001 เลือกผลค้นหาแล้วเปิดตำแหน่ง | ค้นจากผลที่บันทึกใน SQLite ไม่เดินไฟล์ใหม่ ไม่จำกัดเฉพาะ 50 รายการที่โหลด |</a:t>
            </a:r>
          </a:p>
          <a:p>
            <a:r>
              <a:t>| 01:15–01:35 | สลับรายการ โหลดเพิ่มจนเห็น 50+10 และเลือก zero.bin | เว็บขอข้อมูลทีละหน้า ศูนย์คือค่าที่วัดได้ ส่วน null คือไม่ทราบ |</a:t>
            </a:r>
          </a:p>
          <a:p>
            <a:r>
              <a:t>| 01:35–02:00 | เปิดผล junction จริงที่เตรียมไว้ แล้วเปิดอ่านไม่ได้/ข้าม | ไม่ตามลิงก์เพื่อป้องกันการวน ผลบางส่วนมีเหตุผล ส่วนสิทธิ์จริงต้องให้ OS อนุญาต |</a:t>
            </a:r>
          </a:p>
          <a:p/>
          <a:p>
            <a:r>
              <a:t>คำพูดปิด: เราเห็นการอ่าน metadata การส่งข้อมูลระหว่าง process และการแสดงพื้นที่จากข้อมูลที่ OS คืนให้ครับ</a:t>
            </a:r>
          </a:p>
          <a:p/>
          <a:p>
            <a:r>
              <a:t>วิดีโอเดโมและคลิปสุดท้ายยังต้องอัด ภาพหน้า 7 เป็นภาพนิ่งจากผลจริง ไม่ใช่วิดีโอที่เสร็จแล้ว หากมีปัญหาให้แก้และอัดใหม่ ไม่ใช้ข้อมูลทดลองแทน ไม่เริ่มสแกนทั้งไดรฟ์ระหว่างเดโมหลัก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ผลที่แสดงขึ้นอยู่กับข้อมูลที่อ่านได้</a:t>
            </a:r>
          </a:p>
          <a:p/>
          <a:p>
            <a:r>
              <a:t>**ธีรเมธ · 40 วินาที**</a:t>
            </a:r>
          </a:p>
          <a:p/>
          <a:p>
            <a:r>
              <a:t>ชุดไฟล์จริงอ่านครบ 64 ไฟล์และ 13 โฟลเดอร์ รวมชื่อไทย ลึก 8 ชั้น และแบ่งลูก 60 รายการเป็น 50 กับ 10 ครับ เมืองและเว็บผ่าน 16 กรณี ชุด Python backend กับ search ล่าสุดผ่าน 20 ข้อ ส่วนชุด C จริงล่าสุดผ่าน 2 ข้อและข้าม 1 ข้อที่เป็นการสแกนทั้งไดรฟ์</a:t>
            </a:r>
          </a:p>
          <a:p/>
          <a:p>
            <a:r>
              <a:t>ไฟล์บางรายการไม่มีสิทธิ์หรือถูกล็อก โปรแกรมแสดงเหตุผลและไม่ใส่ศูนย์แทนค่าที่ไม่ทราบ เราข้ามลิงก์เพื่อกันการวน และยังไม่ยืนยันครบทุกสิทธิ์ NTFS หรือผลสแกนทั้งไดรฟ์ที่จบสมบูรณ์ ยอดรวมไฟล์จึงอาจไม่เท่าพื้นที่ใช้ทั้งไดรฟ์ครับ</a:t>
            </a:r>
          </a:p>
          <a:p/>
          <a:p>
            <a:r>
              <a:t>อ้าง [UX UAT](results/UX_CITY_UAT.md) และ [การแก้รับข้อมูล/metadata](results/READABLE_FILES_FIX.md) ตัวเลขมาจากชุดทดสอบคนละขอบเขต ไม่บวกเป็นจำนวน tests ทั้งระบบ ไม่อ้าง benchmark หรือแก้ต้นเหตุ C ส่งซ้ำสำเร็จแล้ว</a:t>
            </a:r>
          </a:p>
          <a:p/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ขอบคุณครับ</a:t>
            </a:r>
          </a:p>
          <a:p/>
          <a:p>
            <a:r>
              <a:t>**ธีรเมธ · 5 วินาที**</a:t>
            </a:r>
          </a:p>
          <a:p/>
          <a:p>
            <a:r>
              <a:t>ขอบคุณครับ</a:t>
            </a:r>
          </a:p>
          <a:p/>
          <a:p>
            <a:r>
              <a:t>แสดงชื่อ CoreSpace และ repository ไม่เพิ่มข้ออ้างหรือผลใหม่ในหน้าจบ</a:t>
            </a:r>
          </a:p>
          <a:p/>
          <a:p/>
          <a:p>
            <a:r>
              <a:t>หลักฐาน: docs/results/UX_CITY_UAT.md; docs/results/READABLE_FILES_FIX.md; docs/results/REAL_SCANNER_INTEGRATION.md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PavaritPramual/miniprojectOS202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01 / 09   ·   ธีรเมธ   ·   15 วินาที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6000" b="1">
                <a:solidFill>
                  <a:srgbClr val="244966"/>
                </a:solidFill>
                <a:latin typeface="Sarabun"/>
              </a:defRPr>
            </a:pPr>
            <a:r>
              <a:t>CoreSpace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200" b="0">
                <a:solidFill>
                  <a:srgbClr val="244966"/>
                </a:solidFill>
                <a:latin typeface="Sarabun"/>
              </a:defRPr>
            </a:pPr>
            <a:r>
              <a:t>Disk Space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1F2933"/>
                </a:solidFill>
                <a:latin typeface="Sarabun"/>
              </a:defRPr>
            </a:pPr>
            <a:r>
              <a:t>ผู้ก้าวข้ามโชคชะตาด้วยมือของตัวเอง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นายศรัณย์ พาพรชัย     673380515-1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นายปวริศช์ ประมวล     673380278-9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นายธีรเมธ สายคำ     673380273-9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5099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526575"/>
                </a:solidFill>
                <a:latin typeface="Sarabun"/>
              </a:defRPr>
            </a:pPr>
            <a:r>
              <a:t>วิชา Operating Systems · คลิปนำเสนอ 8 นาที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สำรวจพื้นที่ไฟล์เป็นเมือง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02 / 09   ·   ธีรเมธ   ·   40 วินาที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3840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พื้นที่ฐานเทียบขนาดไฟล์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เลือกอาคาร ดูชื่อและขนาด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ค้นหาได้ทั้งผลสแกน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0060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1">
                <a:solidFill>
                  <a:srgbClr val="244966"/>
                </a:solidFill>
                <a:latin typeface="Sarabun"/>
              </a:defRPr>
            </a:pPr>
            <a:r>
              <a:t>C ใน WSL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1">
                <a:solidFill>
                  <a:srgbClr val="244966"/>
                </a:solidFill>
                <a:latin typeface="Sarabun"/>
              </a:defRPr>
            </a:pPr>
            <a:r>
              <a:t>↓ Python บน Windows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1">
                <a:solidFill>
                  <a:srgbClr val="244966"/>
                </a:solidFill>
                <a:latin typeface="Sarabun"/>
              </a:defRPr>
            </a:pPr>
            <a:r>
              <a:t>↓ เว็บ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526575"/>
                </a:solidFill>
                <a:latin typeface="Sarabun"/>
              </a:defRPr>
            </a:pPr>
            <a:r>
              <a:t>ภาพจากไฟล์โปรเจกต์จริง</a:t>
            </a:r>
          </a:p>
        </p:txBody>
      </p:sp>
      <p:pic>
        <p:nvPicPr>
          <p:cNvPr id="8" name="Picture 7" descr="ux-project-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00200"/>
            <a:ext cx="6400800" cy="4546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รู้ขนาดไฟล์ได้จาก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03 / 09   ·   ศรัณย์   ·   60 วินาที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920240" cy="73152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root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084831"/>
            <a:ext cx="457200" cy="201168"/>
          </a:xfrm>
          <a:prstGeom prst="rightArrow">
            <a:avLst/>
          </a:prstGeom>
          <a:solidFill>
            <a:srgbClr val="244966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828800"/>
            <a:ext cx="1920240" cy="73152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many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40680" y="2084831"/>
            <a:ext cx="457200" cy="201168"/>
          </a:xfrm>
          <a:prstGeom prst="rightArrow">
            <a:avLst/>
          </a:prstGeom>
          <a:solidFill>
            <a:srgbClr val="244966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828800"/>
            <a:ext cx="3108960" cy="73152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child-001.txt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Directory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เก็บรายการไฟล์และโฟลเดอร์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metadata ของ child-001.txt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ชนิด: regular file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st_size: 1,024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000" b="1">
                <a:solidFill>
                  <a:srgbClr val="244966"/>
                </a:solidFill>
                <a:latin typeface="Sarabun"/>
              </a:defRPr>
            </a:pPr>
            <a:r>
              <a:t>อ่านขนาดได้โดยไม่ต้องอ่านเนื้อหาทั้งไฟล์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C อ่านโฟลเดอร์ผ่าน POSIX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04 / 09   ·   ศรัณย์   ·   70 วินาที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47548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เปิด directory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อ่านรายการถัดไป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อ่านชนิดและขนาด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800" b="0">
                <a:solidFill>
                  <a:srgbClr val="1F2933"/>
                </a:solidFill>
                <a:latin typeface="Sarabun"/>
              </a:defRPr>
            </a:pPr>
            <a:r>
              <a:t>ปิดเมื่อใช้เสร็จ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874519"/>
            <a:ext cx="585216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244966"/>
                </a:solidFill>
                <a:latin typeface="Consolas"/>
              </a:defRPr>
            </a:pPr>
            <a:r>
              <a:t>d = opendir(S.abs.p);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244966"/>
                </a:solidFill>
                <a:latin typeface="Consolas"/>
              </a:defRPr>
            </a:pPr>
            <a:r>
              <a:t>e = readdir(d);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244966"/>
                </a:solidFill>
                <a:latin typeface="Consolas"/>
              </a:defRPr>
            </a:pPr>
            <a:r>
              <a:t>lstat(S.abs.p, &amp;st);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244966"/>
                </a:solidFill>
                <a:latin typeface="Consolas"/>
              </a:defRPr>
            </a:pPr>
            <a:r>
              <a:t>closedir(d);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920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526575"/>
                </a:solidFill>
                <a:latin typeface="Sarabun"/>
              </a:defRPr>
            </a:pPr>
            <a:r>
              <a:t>ตัดเฉพาะบรรทัดหลักจากโค้ดจริง ไม่ใช่โค้ดครบทั้งฟังก์ชัน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1F2933"/>
                </a:solidFill>
                <a:latin typeface="Sarabun"/>
              </a:defRPr>
            </a:pPr>
            <a:r>
              <a:t>lstat ไม่ตาม symbolic link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1F2933"/>
                </a:solidFill>
                <a:latin typeface="Sarabun"/>
              </a:defRPr>
            </a:pPr>
            <a:r>
              <a:t>POSIX API ใน libc ไม่ตรงกับ syscall หนึ่งต่อหนึ่งเสมอ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Python และ C ส่งข้อมูลผ่าน pipe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05 / 09   ·   ปวริศช์   ·   70 วินาที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560320" cy="73152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2560320" cy="100584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Python</a:t>
            </a:r>
            <a:br/>
            <a:r>
              <a:t>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828800"/>
            <a:ext cx="2560320" cy="1005840"/>
          </a:xfrm>
          <a:prstGeom prst="rect">
            <a:avLst/>
          </a:prstGeom>
          <a:solidFill>
            <a:srgbClr val="E9EFF3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244966"/>
                </a:solidFill>
                <a:latin typeface="Sarabun"/>
              </a:defRPr>
            </a:pPr>
            <a:r>
              <a:t>C</a:t>
            </a:r>
            <a:br/>
            <a:r>
              <a:t>Ubuntu WSL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157984"/>
            <a:ext cx="868680" cy="201168"/>
          </a:xfrm>
          <a:prstGeom prst="rightArrow">
            <a:avLst/>
          </a:prstGeom>
          <a:solidFill>
            <a:srgbClr val="244966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406640" y="2157984"/>
            <a:ext cx="868680" cy="201168"/>
          </a:xfrm>
          <a:prstGeom prst="rightArrow">
            <a:avLst/>
          </a:prstGeom>
          <a:solidFill>
            <a:srgbClr val="244966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0934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1">
                <a:solidFill>
                  <a:srgbClr val="244966"/>
                </a:solidFill>
                <a:latin typeface="Sarabun"/>
              </a:defRPr>
            </a:pPr>
            <a:r>
              <a:t>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36192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1">
                <a:solidFill>
                  <a:srgbClr val="244966"/>
                </a:solidFill>
                <a:latin typeface="Sarabun"/>
              </a:defRPr>
            </a:pPr>
            <a:r>
              <a:t>เปิด process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7406640" y="3429000"/>
            <a:ext cx="868680" cy="201168"/>
          </a:xfrm>
          <a:prstGeom prst="leftArrow">
            <a:avLst/>
          </a:prstGeom>
          <a:solidFill>
            <a:srgbClr val="244966"/>
          </a:solidFill>
          <a:ln w="15240">
            <a:solidFill>
              <a:srgbClr val="24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3685032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244966"/>
                </a:solidFill>
                <a:latin typeface="Sarabun"/>
              </a:defRPr>
            </a:pPr>
            <a:r>
              <a:t>stdout pipe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244966"/>
                </a:solidFill>
                <a:latin typeface="Sarabun"/>
              </a:defRPr>
            </a:pPr>
            <a:r>
              <a:t>NDJSON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Python รับทีละบรรทัด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เก็บผลใน SQLite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สแกนเป็นงานเบื้องหลัง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526575"/>
                </a:solidFill>
                <a:latin typeface="Sarabun"/>
              </a:defRPr>
            </a:pPr>
            <a:r>
              <a:t>ทั้งหมดอยู่บน Windows เครื่องเดียว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1">
                <a:solidFill>
                  <a:srgbClr val="244966"/>
                </a:solidFill>
                <a:latin typeface="Sarabun"/>
              </a:defRPr>
            </a:pPr>
            <a:r>
              <a:t>Cancel: TERM → KILL หากจำเป็น → ตรวจ PID หยุด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Logical และ Allocated วัดคนละสิ่ง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06 / 09   ·   ปวริศช์   ·   60 วินาที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700" b="1">
                <a:solidFill>
                  <a:srgbClr val="244966"/>
                </a:solidFill>
                <a:latin typeface="Sarabun"/>
              </a:defRPr>
            </a:pPr>
            <a:r>
              <a:t>Logical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700" b="1">
                <a:solidFill>
                  <a:srgbClr val="244966"/>
                </a:solidFill>
                <a:latin typeface="Sarabun"/>
              </a:defRPr>
            </a:pPr>
            <a:r>
              <a:t>st_size จาก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700" b="1">
                <a:solidFill>
                  <a:srgbClr val="244966"/>
                </a:solidFill>
                <a:latin typeface="Sarabun"/>
              </a:defRPr>
            </a:pPr>
            <a:r>
              <a:t>Allocated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38658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244966"/>
                </a:solidFill>
                <a:latin typeface="Sarabun"/>
              </a:defRPr>
            </a:pPr>
            <a:r>
              <a:t>GetCompressedFileSizeW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971800"/>
          <a:ext cx="108356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657600"/>
                <a:gridCol w="3657600"/>
              </a:tblGrid>
              <a:tr h="563880"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ไฟล์ที่ตรวจจริง</a:t>
                      </a:r>
                    </a:p>
                  </a:txBody>
                  <a:tcPr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Logical (bytes)</a:t>
                      </a:r>
                    </a:p>
                  </a:txBody>
                  <a:tcPr>
                    <a:solidFill>
                      <a:srgbClr val="E9EF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Allocated (bytes)</a:t>
                      </a:r>
                    </a:p>
                  </a:txBody>
                  <a:tcPr>
                    <a:solidFill>
                      <a:srgbClr val="E9EFF3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zero.bin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large.bin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1,048,576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1F2933"/>
                          </a:solidFill>
                          <a:latin typeface="Sarabun"/>
                        </a:defRPr>
                      </a:pPr>
                      <a:r>
                        <a:t>1,048,576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9834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0 = วัดได้ศูนย์ · null = ยังไม่ทราบหรือวัดไม่ได้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ยอดโฟลเดอร์ = รวมไฟล์ที่อ่านได้ทั้งหมด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07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526575"/>
                </a:solidFill>
                <a:latin typeface="Sarabun"/>
              </a:defRPr>
            </a:pPr>
            <a:r>
              <a:t>compressed / sparse อาจทำให้ต่างกัน — เป็นคำอธิบายทฤษฎี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เดโมระบบจริง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07 / 09   ·   ธีรเมธ   ·   120 วินาที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8920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01  Scan และดูบันทึกงาน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02  เลือกอาคาร ดูชื่อและขนาด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03  ค้นหา แล้วเปิดตำแหน่ง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04  รายการเพิ่มเติม 50+10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600" b="0">
                <a:solidFill>
                  <a:srgbClr val="1F2933"/>
                </a:solidFill>
                <a:latin typeface="Sarabun"/>
              </a:defRPr>
            </a:pPr>
            <a:r>
              <a:t>05  ดูเหตุผลที่อ่านไม่ได้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5596128"/>
            <a:ext cx="5806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526575"/>
                </a:solidFill>
                <a:latin typeface="Sarabun"/>
              </a:defRPr>
            </a:pPr>
            <a:r>
              <a:t>เลือกไฟล์แล้วชื่อและขนาดค้างอยู่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1">
                <a:solidFill>
                  <a:srgbClr val="244966"/>
                </a:solidFill>
                <a:latin typeface="Sarabun"/>
              </a:defRPr>
            </a:pPr>
            <a:r>
              <a:t>รอแทรกวิดีโอเดโมจริง 2 นาที</a:t>
            </a:r>
          </a:p>
        </p:txBody>
      </p:sp>
      <p:pic>
        <p:nvPicPr>
          <p:cNvPr id="8" name="Picture 7" descr="ux-small-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417320"/>
            <a:ext cx="5806440" cy="3896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244966"/>
                </a:solidFill>
                <a:latin typeface="Sarabun"/>
              </a:defRPr>
            </a:pPr>
            <a:r>
              <a:t>ผลตรวจและข้อจำกัด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08 / 09   ·   ธีรเมธ   ·   40 วินาที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244966"/>
                </a:solidFill>
                <a:latin typeface="Sarabun"/>
              </a:defRPr>
            </a:pPr>
            <a:r>
              <a:t>ผลที่ตรวจแล้ว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5577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64 ไฟล์ / 13 โฟลเดอร์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ชื่อไทย · ลึก 8 ชั้น · หน้า 50+10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เมือง/เว็บ 16 กรณีผ่าน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Python backend/search 20 ผ่าน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C จริงล่าสุด 2 ผ่าน / 1 ข้าม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244966"/>
                </a:solidFill>
                <a:latin typeface="Sarabun"/>
              </a:defRPr>
            </a:pPr>
            <a:r>
              <a:t>ขอบเขตที่ยังไม่ได้ยืนยัน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บางไฟล์ไม่มีสิทธิ์หรือถูกล็อก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ข้ามลิงก์เพื่อป้องกันการวน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/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ยังไม่ยืนยันครบทุกสิทธิ์ NTFS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F2933"/>
                </a:solidFill>
                <a:latin typeface="Sarabun"/>
              </a:defRPr>
            </a:pPr>
            <a:r>
              <a:t>ยอดไฟล์ไม่ใช่พื้นที่ใช้ทั้งไดรฟ์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600" b="1">
                <a:solidFill>
                  <a:srgbClr val="244966"/>
                </a:solidFill>
                <a:latin typeface="Sarabun"/>
              </a:defRPr>
            </a:pPr>
            <a:r>
              <a:t>ผลบางส่วนแสดงเหตุผล · ขนาดที่ไม่ทราบเป็น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556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526575"/>
                </a:solidFill>
                <a:latin typeface="Sarabun"/>
              </a:defRPr>
            </a:pPr>
            <a:r>
              <a:t>09 / 09   ·   ธีรเมธ   ·   5 วินาที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5400" b="1">
                <a:solidFill>
                  <a:srgbClr val="244966"/>
                </a:solidFill>
                <a:latin typeface="Sarabun"/>
              </a:defRPr>
            </a:pPr>
            <a:r>
              <a:t>ขอบคุณครับ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3000" b="0">
                <a:solidFill>
                  <a:srgbClr val="1F2933"/>
                </a:solidFill>
                <a:latin typeface="Sarabun"/>
              </a:defRPr>
            </a:pPr>
            <a:r>
              <a:t>CoreSpace · Disk Space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244966"/>
                </a:solidFill>
                <a:latin typeface="Sarabun"/>
              </a:defRPr>
            </a:pPr>
            <a:r>
              <a:rPr>
                <a:hlinkClick r:id="rId3"/>
              </a:rPr>
              <a:t>https://github.com/PavaritPramual/miniprojectOS2026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