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45a9344fc747ff" /><Relationship Type="http://schemas.openxmlformats.org/officeDocument/2006/relationships/extended-properties" Target="/docProps/app.xml" Id="Rdf84f891e5b94291" /><Relationship Type="http://schemas.openxmlformats.org/officeDocument/2006/relationships/officeDocument" Target="/ppt/presentation.xml" Id="R28efff9d75b845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1afa619e1e437f"/>
  </p:sldMasterIdLst>
  <p:notesMasterIdLst>
    <p:notesMasterId xmlns:r="http://schemas.openxmlformats.org/officeDocument/2006/relationships" r:id="Re26d949b645644c4"/>
  </p:notesMasterIdLst>
  <p:sldIdLst>
    <p:sldId xmlns:r="http://schemas.openxmlformats.org/officeDocument/2006/relationships" id="256" r:id="R33cff489e50c4402"/>
    <p:sldId xmlns:r="http://schemas.openxmlformats.org/officeDocument/2006/relationships" id="257" r:id="Rd6321fa323064996"/>
    <p:sldId xmlns:r="http://schemas.openxmlformats.org/officeDocument/2006/relationships" id="258" r:id="Rff15e6505bbb4c62"/>
    <p:sldId xmlns:r="http://schemas.openxmlformats.org/officeDocument/2006/relationships" id="259" r:id="R9aa51cf2fbc54ed0"/>
    <p:sldId xmlns:r="http://schemas.openxmlformats.org/officeDocument/2006/relationships" id="260" r:id="Rc0ff31eacb744b95"/>
    <p:sldId xmlns:r="http://schemas.openxmlformats.org/officeDocument/2006/relationships" id="261" r:id="Rc22473d58fdb4703"/>
    <p:sldId xmlns:r="http://schemas.openxmlformats.org/officeDocument/2006/relationships" id="262" r:id="R3c305c27c9e140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508f044f824d09" /><Relationship Type="http://schemas.openxmlformats.org/officeDocument/2006/relationships/slideMaster" Target="/ppt/slideMasters/slideMaster1.xml" Id="R301afa619e1e437f" /><Relationship Type="http://schemas.openxmlformats.org/officeDocument/2006/relationships/notesMaster" Target="/ppt/notesMasters/notesMaster1.xml" Id="Re26d949b645644c4" /><Relationship Type="http://schemas.openxmlformats.org/officeDocument/2006/relationships/presProps" Target="/ppt/presProps.xml" Id="R45079ef312704747" /><Relationship Type="http://schemas.openxmlformats.org/officeDocument/2006/relationships/tableStyles" Target="/ppt/tableStyles.xml" Id="R337ea11437b54040" /><Relationship Type="http://schemas.openxmlformats.org/officeDocument/2006/relationships/slide" Target="/ppt/slides/slide1.xml" Id="R33cff489e50c4402" /><Relationship Type="http://schemas.openxmlformats.org/officeDocument/2006/relationships/slide" Target="/ppt/slides/slide2.xml" Id="Rd6321fa323064996" /><Relationship Type="http://schemas.openxmlformats.org/officeDocument/2006/relationships/slide" Target="/ppt/slides/slide3.xml" Id="Rff15e6505bbb4c62" /><Relationship Type="http://schemas.openxmlformats.org/officeDocument/2006/relationships/slide" Target="/ppt/slides/slide4.xml" Id="R9aa51cf2fbc54ed0" /><Relationship Type="http://schemas.openxmlformats.org/officeDocument/2006/relationships/slide" Target="/ppt/slides/slide5.xml" Id="Rc0ff31eacb744b95" /><Relationship Type="http://schemas.openxmlformats.org/officeDocument/2006/relationships/slide" Target="/ppt/slides/slide6.xml" Id="Rc22473d58fdb4703" /><Relationship Type="http://schemas.openxmlformats.org/officeDocument/2006/relationships/slide" Target="/ppt/slides/slide7.xml" Id="R3c305c27c9e140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ce300386a344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9b70fe8e8b4c4d" /><Relationship Type="http://schemas.openxmlformats.org/officeDocument/2006/relationships/notesMaster" Target="/ppt/notesMasters/notesMaster1.xml" Id="R21ff98b4c8e844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7207db7b9049bf" /><Relationship Type="http://schemas.openxmlformats.org/officeDocument/2006/relationships/notesMaster" Target="/ppt/notesMasters/notesMaster1.xml" Id="R9b92cd3608b34f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3f477fa6f94095" /><Relationship Type="http://schemas.openxmlformats.org/officeDocument/2006/relationships/notesMaster" Target="/ppt/notesMasters/notesMaster1.xml" Id="R5823610c4be045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ee8a8afa2e4c42" /><Relationship Type="http://schemas.openxmlformats.org/officeDocument/2006/relationships/notesMaster" Target="/ppt/notesMasters/notesMaster1.xml" Id="R6a2e7ecf213b4c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557f33ce524110" /><Relationship Type="http://schemas.openxmlformats.org/officeDocument/2006/relationships/notesMaster" Target="/ppt/notesMasters/notesMaster1.xml" Id="Rd924381f601b44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44f641baba440a" /><Relationship Type="http://schemas.openxmlformats.org/officeDocument/2006/relationships/notesMaster" Target="/ppt/notesMasters/notesMaster1.xml" Id="R59de8a821dc743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b7c6429c4f4fe9" /><Relationship Type="http://schemas.openxmlformats.org/officeDocument/2006/relationships/notesMaster" Target="/ppt/notesMasters/notesMaster1.xml" Id="Reabafa5a458c48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เริ่มว่า เราต้องการรู้ว่าโฟลเดอร์ไหนใช้พื้นที่มาก จึงทำเว็บให้เลือกโฟลเดอร์ ดูรายการและขนาดได้ งานแบ่งเป็นศรัณย์ทำ C, ปวริศช์ทำ Python bridge และธีรเมธทำ UI ภาพประกอบนี้เป็นภาพรัน UI จริงกับ simulator ไม่ใช่ผลสแกนจาก C/WSL วันนำเสนอ 9 ตุลาคม 2569 เวลา 13:00 น. สถานะเอกสาร ณ 5 ตุลาคม 2569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opendir/readdir/closedir เป็นฟังก์ชัน libc ไม่ควรบอกว่าทุกชื่อเป็น kernel syscall โดยตรง lstat อ่าน metadata ของตัวลิงก์โดยไม่ตามปลายทาง Scanner ต้องเช็ก errno และปิด directory stream ใช้ strace กับ C ที่รันจริงเพื่อยืนยัน syscall บนเครื่องนำเสนอ ขณะนี้ checkout ยังไม่มี scanner C รุ่นส่งงาน</a:t>
            </a:r>
          </a:p>
          <a:p xmlns:a="http://schemas.openxmlformats.org/drawingml/2006/main">
            <a:r>
              <a:t>แหล่งอ้างอิง: https://man7.org/linux/man-pages/man3/readdir.3.html และ https://man7.org/linux/man-pages/man2/stat.2.html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bridge และ SQLite รวมใน checkout แล้ว ทดสอบ Browser → Python → SQLite ด้วยข้อมูลทดสอบ ส่วน C/WSL และ Windows ต้องยืนยันบนเครื่องนำเสนอ POST /api/scans คืน id ก่อน scan จบ จากนั้นหน้าเว็บขอ GET /api/scans/{id} และ children Python ต้องแปลง path จาก D:\demo เป็น /mnt/d/demo ตรวจ relativePath และแยก stderr จาก stdout JSON เป็นรูปแบบข้อมูล HTTP กับ pipe เป็นช่องทางสื่อสาร</a:t>
            </a:r>
          </a:p>
          <a:p xmlns:a="http://schemas.openxmlformats.org/drawingml/2006/main">
            <a:r>
              <a:t>แหล่งอ้างอิง: docs/CONTRACT.md, docs/UI_HANDOFF.md และ https://docs.python.org/3/library/subprocess.html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ไม่ใช้สูตรปัด cluster แทนค่าที่วัด และไม่เรียก Allocated ลบ Logical ว่า Slack เสมอ UI แสดงค่าจาก backend โฟลเดอร์ต้องรวมจากผลทั้งโฟลเดอร์ ไม่ใช่แค่ 50 แถวบนจอ ยอด root และโฟลเดอร์ที่เลือกอ่านจาก children.folder ตาม API ล่าสุด หลังสแกนจบจะโหลด metadata ใหม่ ค่า 0 แสดง 0 B ส่วน null แสดงไม่ทราบ ตอนนำเสนอให้ปวริศช์แสดงไฟล์ที่ตรวจเทียบ Windows จริงหนึ่งไฟล์ ปัจจุบันยังไม่มีหลักฐานนั้นในชุดส่งนี้</a:t>
            </a:r>
          </a:p>
          <a:p xmlns:a="http://schemas.openxmlformats.org/drawingml/2006/main">
            <a:r>
              <a:t>แหล่งอ้างอิง: https://learn.microsoft.com/en-us/windows/win32/api/fileapi/nf-fileapi-getcompressedfilesizew และ docs/SPEC.md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ชี้ว่าหน้าเว็บใช้ cache แยกตาม parentRelativePath ตอนเลือกโฟลเดอร์จะขอลูกของโฟลเดอร์นั้น ไม่โหลด tree ทั้งไดรฟ์ในครั้งเดียว tree กรอง directory แต่ offset ต้องนับรายการทุกชนิด เมื่อสแกนจบเว็บล้างหน้าที่โหลดและขอใหม่ เพื่อไม่ให้ลำดับเปลี่ยนจนไฟล์หายหรือซ้ำ ภาพนี้เป็นหลักฐาน UI เท่านั้น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ก่อนวันส่งต้องเปลี่ยนมาเดโมด้วย backend C/WSL จริงบน Windows ถ้ายังไม่พร้อม ให้บอกว่าเป็นการสาธิต UI ผ่าน simulator เปิด /?mock=1 แล้วรอ partial เลือก many-folders/deep และทดลอง error ใน Reveal งานนานใช้ scenario slow สำหรับ Cancel ผลเต็มไดรฟ์ต้องมีรหัสงานจริงที่สแกนจบแล้ว ผลจาก mock ต้องระบุว่าเป็นข้อมูลสมมติ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ผลอัตโนมัติอยู่ docs/ui-evidence/results.json, http-results.json และ review-results.json ชุด review ใช้ Python HTTP กับ SQLite จริงและข้อมูลทดสอบ ตรวจยอด root รายการปัญหา และข้อความงานล้มเหลวแล้ว ผลนี้ยังไม่ยืนยัน C จริง ภาพหน้าจอบางภาพเป็นโหมด mock หลังรวม C ให้ทั้งกลุ่มลอง Scan/Cancel/Reveal และสแกนทั้งไดรฟ์ ตรวจจำนวนไฟล์และโฟลเดอร์ ขนาด ความถูกต้องของรายการ ผลการยกเลิก และข้อจำกัด เติมเฉพาะผลที่รันจริงก่อนนำเสนอ ตาม SPEC วันที่ 5 ต.ค. ไม่มีงาน benchmark หรือวัดหน่วยความจำ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799423154445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fbae8b432d491c" /><Relationship Type="http://schemas.openxmlformats.org/officeDocument/2006/relationships/slideLayout" Target="/ppt/slideLayouts/slideLayout1.xml" Id="Rc0987c6479134a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987c6479134a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436a6b9d44894" /><Relationship Type="http://schemas.openxmlformats.org/officeDocument/2006/relationships/image" Target="/ppt/media/image.png" Id="Re6cf2ddcaf29465b" /><Relationship Type="http://schemas.openxmlformats.org/officeDocument/2006/relationships/notesSlide" Target="/ppt/notesSlides/notesSlide1.xml" Id="Rb3618ef0ecb14e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016c053e44368" /><Relationship Type="http://schemas.openxmlformats.org/officeDocument/2006/relationships/notesSlide" Target="/ppt/notesSlides/notesSlide2.xml" Id="Rf1e395eb848449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82174e4ce4d28" /><Relationship Type="http://schemas.openxmlformats.org/officeDocument/2006/relationships/notesSlide" Target="/ppt/notesSlides/notesSlide3.xml" Id="Rd4f1dae4c52d46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043a23ffb4c6a" /><Relationship Type="http://schemas.openxmlformats.org/officeDocument/2006/relationships/notesSlide" Target="/ppt/notesSlides/notesSlide4.xml" Id="Rbef611ab680847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d06a4d5bb4732" /><Relationship Type="http://schemas.openxmlformats.org/officeDocument/2006/relationships/image" Target="/ppt/media/image2.png" Id="R8d756f87e3814684" /><Relationship Type="http://schemas.openxmlformats.org/officeDocument/2006/relationships/notesSlide" Target="/ppt/notesSlides/notesSlide5.xml" Id="R7e84e8730f8549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2b98953e64687" /><Relationship Type="http://schemas.openxmlformats.org/officeDocument/2006/relationships/notesSlide" Target="/ppt/notesSlides/notesSlide6.xml" Id="Rc490979b75f642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77540de0a46a1" /><Relationship Type="http://schemas.openxmlformats.org/officeDocument/2006/relationships/notesSlide" Target="/ppt/notesSlides/notesSlide7.xml" Id="Rc7713dc0e5e448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E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1DDA4-3FBE-4602-8F1C-47E77EF8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5400" b="1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CoreSpace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2F390-200C-46F1-800C-15F1C8F7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ดูว่าโฟลเดอร์ไหนใช้พื้นที่มาก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178C4-2B37-4BB0-98AC-A22D6D1A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เลือกโฟลเดอร์ → ดูขนาด → กางสำรวจ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E674A-E341-45FC-B2B1-97A211A8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เว็บสำหรับไฟล์ในเครื่องเดียวกัน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F8171-A677-4761-AC98-7A6DA881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ภาพนี้เป็นการทดสอบ UI ด้วยข้อมูลสมมติ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f2ddcaf29465b"/>
          <a:stretch xmlns:a="http://schemas.openxmlformats.org/drawingml/2006/main"/>
        </p:blipFill>
        <p:spPr>
          <a:xfrm xmlns:a="http://schemas.openxmlformats.org/drawingml/2006/main">
            <a:off x="7007399" y="1476375"/>
            <a:ext cx="3796952" cy="4619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145E5-1EB1-459C-B789-E5454E2C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716E6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716E68"/>
                </a:solidFill>
                <a:latin typeface="Noto Sans Thai"/>
                <a:ea typeface="Noto Sans Thai"/>
                <a:cs typeface="Noto Sans Thai"/>
              </a:rPr>
              <a:t>1 / 7  ·  ธีรเมธ · 45 วินาที</a:t>
            </a:r>
          </a:p>
        </p:txBody>
      </p:sp>
    </p:spTree>
    <p:extLst>
      <p:ext uri="{BB962C8B-B14F-4D97-AF65-F5344CB8AC3E}">
        <p14:creationId xmlns:p14="http://schemas.microsoft.com/office/powerpoint/2010/main" val="3098862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24DC9-1596-4D30-B5AC-21975C71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3900" b="1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Directory, metadata และ IPC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CF298-E64B-4E2F-8731-71BC467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Directory traversal: เดินรายการโฟลเดอร์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EAECF-E483-4FC0-9B63-34BEBA1D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Metadata: อ่านชนิดและขนาดโดยไม่อ่านเนื้อหาทั้งไฟล์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11C4C-540E-47CF-8E5D-62875AAD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IPC: process ของ Python กับ C ส่งข้อมูลผ่าน pipe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4CCAF-BF7E-4157-B9B3-D223EC89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POSIX API ใน libc ขอใช้บริการของ kernel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4A0AC-6F58-4F87-A18E-9118247F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716E6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716E68"/>
                </a:solidFill>
                <a:latin typeface="Noto Sans Thai"/>
                <a:ea typeface="Noto Sans Thai"/>
                <a:cs typeface="Noto Sans Thai"/>
              </a:rPr>
              <a:t>2 / 7  ·  ศรัณย์ · 55 วินาที</a:t>
            </a:r>
          </a:p>
        </p:txBody>
      </p:sp>
    </p:spTree>
    <p:extLst>
      <p:ext uri="{BB962C8B-B14F-4D97-AF65-F5344CB8AC3E}">
        <p14:creationId xmlns:p14="http://schemas.microsoft.com/office/powerpoint/2010/main" val="15965791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E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1D18C-2069-4394-9D28-BFB30308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3900" b="1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จากปุ่ม Scan ถึงไฟล์บนดิสก์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82F8A-E1D7-4A90-BD9D-CD7178A2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1  Browser → Python: HTTP + JSON บน localhost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F2E5C-5167-49FA-86C9-EB4D1823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2  Python → C ใน WSL: เปิด process แล้วอ่าน stdout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1F810-E2D6-41F2-BE06-675B36FE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3  C → OS: อ่าน directory / metadata ส่ง NDJSON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F4285-7B5F-4340-BD80-9116B03B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4  Python: วัด Allocated บน Windows และเก็บ SQLite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5C104-00A1-463D-AE7C-7619E901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5  Browser: ขอ status ทุก 2 วินาที และลูกครั้งละ 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75A5D-0C06-4808-83BD-6E3D2C08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716E6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716E68"/>
                </a:solidFill>
                <a:latin typeface="Noto Sans Thai"/>
                <a:ea typeface="Noto Sans Thai"/>
                <a:cs typeface="Noto Sans Thai"/>
              </a:rPr>
              <a:t>3 / 7  ·  ศรัณย์ · 60 วินาที</a:t>
            </a:r>
          </a:p>
        </p:txBody>
      </p:sp>
    </p:spTree>
    <p:extLst>
      <p:ext uri="{BB962C8B-B14F-4D97-AF65-F5344CB8AC3E}">
        <p14:creationId xmlns:p14="http://schemas.microsoft.com/office/powerpoint/2010/main" val="1496610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E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73774-3ED2-46E0-9000-70560A27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3900" b="1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Logical กับ Allocated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C19B4-BB09-4C9F-BC8D-35E7CBFC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Logical: ขนาดเนื้อหาไฟล์จาก metadata ของ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52842-AF26-4B94-A9B4-1EE52E5E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Allocated: พื้นที่บนดิสก์จาก Windows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BA8A3-5850-4F85-B7C1-D64D1B27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ไฟล์บีบอัดอาจใช้พื้นที่น้อยกว่าขนาดเนื้อหา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0452F-B319-4A43-8BC8-5DBE9D81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null = ไม่ทราบค่า    0 = วัดได้ศูนย์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E811B-EC57-4C8A-9353-E129B7B7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ยอดตาม path อาจนับ hard link ซ้ำ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9B802-C187-41DB-8BF9-459390BC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716E6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716E68"/>
                </a:solidFill>
                <a:latin typeface="Noto Sans Thai"/>
                <a:ea typeface="Noto Sans Thai"/>
                <a:cs typeface="Noto Sans Thai"/>
              </a:rPr>
              <a:t>4 / 7  ·  ปวริศช์ · 60 วินาที</a:t>
            </a:r>
          </a:p>
        </p:txBody>
      </p:sp>
    </p:spTree>
    <p:extLst>
      <p:ext uri="{BB962C8B-B14F-4D97-AF65-F5344CB8AC3E}">
        <p14:creationId xmlns:p14="http://schemas.microsoft.com/office/powerpoint/2010/main" val="21142481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E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FF6DE-5F07-4E69-8177-19CFE020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3900" b="1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กางลึกได้ และดูรายการครบ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FE50E-47EF-482C-9DBA-10A83DAB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381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Tree: โฟลเดอร์ · ตาราง: ไฟล์ / โฟลเดอร์ / ลิงก์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5151E-A133-4FD7-B14B-03854E76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5381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โหลดครั้งละ 50 แล้วขอหน้าถัดไป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FF199-8BBF-4E7A-A654-A5AACD6D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381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เปิดถึงชั้น 8 ได้ในชุดทดสอบ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71898-4CB3-4918-87B7-17B90A5F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5381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ภาพจากข้อมูลสมมติ ไม่ใช่ผลสแกนจริง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56f87e3814684"/>
          <a:stretch xmlns:a="http://schemas.openxmlformats.org/drawingml/2006/main"/>
        </p:blipFill>
        <p:spPr>
          <a:xfrm xmlns:a="http://schemas.openxmlformats.org/drawingml/2006/main">
            <a:off x="6979917" y="1476375"/>
            <a:ext cx="3851917" cy="4619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95E6C-D6BD-446F-AB7D-162E626C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716E6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716E68"/>
                </a:solidFill>
                <a:latin typeface="Noto Sans Thai"/>
                <a:ea typeface="Noto Sans Thai"/>
                <a:cs typeface="Noto Sans Thai"/>
              </a:rPr>
              <a:t>5 / 7  ·  ธีรเมธ · 55 วินาที</a:t>
            </a:r>
          </a:p>
        </p:txBody>
      </p:sp>
    </p:spTree>
    <p:extLst>
      <p:ext uri="{BB962C8B-B14F-4D97-AF65-F5344CB8AC3E}">
        <p14:creationId xmlns:p14="http://schemas.microsoft.com/office/powerpoint/2010/main" val="4388993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E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AF4B3-1B90-4998-8F4C-807222C9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3900" b="1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ลำดับเดโม 2 นาที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2E739-7DCD-4CFA-A390-C5F144AE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00:00  เลือกโฟลเดอร์เล็ก → Scan → ดูสถานะ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2EFF0-5D25-4740-99F0-5A4F05A4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00:30  กาง tree ถึงชั้น 8 → แสดงเพิ่มเติม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8B38B-1709-49D4-BDD0-BB021861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01:00  ดู unknown / ผลบางส่วน → Reveal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6D474-7D36-4CBF-8D1A-1A97C985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01:30  เปิดผลที่เตรียมไว้ หรือสาธิต Cancel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AD035-13AF-4ADC-B1E3-D2A33309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716E6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716E68"/>
                </a:solidFill>
                <a:latin typeface="Noto Sans Thai"/>
                <a:ea typeface="Noto Sans Thai"/>
                <a:cs typeface="Noto Sans Thai"/>
              </a:rPr>
              <a:t>6 / 7  ·  ธีรเมธ · 120 วินาที</a:t>
            </a:r>
          </a:p>
        </p:txBody>
      </p:sp>
    </p:spTree>
    <p:extLst>
      <p:ext uri="{BB962C8B-B14F-4D97-AF65-F5344CB8AC3E}">
        <p14:creationId xmlns:p14="http://schemas.microsoft.com/office/powerpoint/2010/main" val="19225329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E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4BEA7-9346-4370-BC80-44A03852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3900" b="1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ผลทดสอบและงานรวมระบบ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4E860-F989-4D09-AD30-4F665A84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ตรวจ UI: pagination, depth 8, Cancel, Reveal และ error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4E9BB-4900-4074-B052-9981C106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ตรวจ HTTP จำลอง: คำตอบช้า, retry, เปลี่ยนลำดับเมื่อจบ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08832-9C53-46C6-9F7A-C8E3C822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หน้าเว็บใช้ Vue / CSS ในเครื่อง ไม่พึ่ง CDN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5EF68-6F4A-4AA9-A245-29D44EB1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ยังต้องยืนยัน: C/WSL, Windows Allocated และ Explorer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6643B-4D2C-4241-8B94-8650412B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defRPr>
            </a:pPr>
            <a:r>
              <a:rPr sz="2325" b="0">
                <a:solidFill>
                  <a:srgbClr val="3C3A39"/>
                </a:solidFill>
                <a:latin typeface="Noto Sans Thai"/>
                <a:ea typeface="Noto Sans Thai"/>
                <a:cs typeface="Noto Sans Thai"/>
              </a:rPr>
              <a:t>หลังรวม C จริง: ตรวจจำนวน ขนาด และการยกเลิก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AB7BD-E531-47CC-82FA-7A39A530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716E6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716E68"/>
                </a:solidFill>
                <a:latin typeface="Noto Sans Thai"/>
                <a:ea typeface="Noto Sans Thai"/>
                <a:cs typeface="Noto Sans Thai"/>
              </a:rPr>
              <a:t>7 / 7  ·  ปวริศช์ · 70 วินาที</a:t>
            </a:r>
          </a:p>
        </p:txBody>
      </p:sp>
    </p:spTree>
    <p:extLst>
      <p:ext uri="{BB962C8B-B14F-4D97-AF65-F5344CB8AC3E}">
        <p14:creationId xmlns:p14="http://schemas.microsoft.com/office/powerpoint/2010/main" val="1601341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2026-10-05T14:06:49.3160000Z</dcterms:created>
  <dcterms:modified xsi:type="dcterms:W3CDTF">2026-10-05T14:06:49.3160000Z</dcterms:modified>
</coreProperties>
</file>