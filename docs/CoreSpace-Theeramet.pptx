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9711051a0d451a" /><Relationship Type="http://schemas.openxmlformats.org/officeDocument/2006/relationships/extended-properties" Target="/docProps/app.xml" Id="Rcdc88abf5200450d" /><Relationship Type="http://schemas.openxmlformats.org/officeDocument/2006/relationships/officeDocument" Target="/ppt/presentation.xml" Id="R5525340129a54b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d98c4425b47f7"/>
  </p:sldMasterIdLst>
  <p:notesMasterIdLst>
    <p:notesMasterId xmlns:r="http://schemas.openxmlformats.org/officeDocument/2006/relationships" r:id="Rd87dd40eade34005"/>
  </p:notesMasterIdLst>
  <p:sldIdLst>
    <p:sldId xmlns:r="http://schemas.openxmlformats.org/officeDocument/2006/relationships" id="256" r:id="Rc996954f15984fb9"/>
    <p:sldId xmlns:r="http://schemas.openxmlformats.org/officeDocument/2006/relationships" id="257" r:id="R1f04ca80d4554f62"/>
    <p:sldId xmlns:r="http://schemas.openxmlformats.org/officeDocument/2006/relationships" id="258" r:id="Rdb03a3c590f1453c"/>
    <p:sldId xmlns:r="http://schemas.openxmlformats.org/officeDocument/2006/relationships" id="259" r:id="R470995edbea0499d"/>
    <p:sldId xmlns:r="http://schemas.openxmlformats.org/officeDocument/2006/relationships" id="260" r:id="Rc44d59514d574b87"/>
    <p:sldId xmlns:r="http://schemas.openxmlformats.org/officeDocument/2006/relationships" id="261" r:id="R54f40c08f26f4c15"/>
    <p:sldId xmlns:r="http://schemas.openxmlformats.org/officeDocument/2006/relationships" id="262" r:id="R40a356b48f574c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4fa2d3492f4b9e" /><Relationship Type="http://schemas.openxmlformats.org/officeDocument/2006/relationships/slideMaster" Target="/ppt/slideMasters/slideMaster1.xml" Id="R6b1d98c4425b47f7" /><Relationship Type="http://schemas.openxmlformats.org/officeDocument/2006/relationships/notesMaster" Target="/ppt/notesMasters/notesMaster1.xml" Id="Rd87dd40eade34005" /><Relationship Type="http://schemas.openxmlformats.org/officeDocument/2006/relationships/presProps" Target="/ppt/presProps.xml" Id="Rcb0fe06cf4dc46df" /><Relationship Type="http://schemas.openxmlformats.org/officeDocument/2006/relationships/tableStyles" Target="/ppt/tableStyles.xml" Id="R3cc756583d234bf6" /><Relationship Type="http://schemas.openxmlformats.org/officeDocument/2006/relationships/slide" Target="/ppt/slides/slide1.xml" Id="Rc996954f15984fb9" /><Relationship Type="http://schemas.openxmlformats.org/officeDocument/2006/relationships/slide" Target="/ppt/slides/slide2.xml" Id="R1f04ca80d4554f62" /><Relationship Type="http://schemas.openxmlformats.org/officeDocument/2006/relationships/slide" Target="/ppt/slides/slide3.xml" Id="Rdb03a3c590f1453c" /><Relationship Type="http://schemas.openxmlformats.org/officeDocument/2006/relationships/slide" Target="/ppt/slides/slide4.xml" Id="R470995edbea0499d" /><Relationship Type="http://schemas.openxmlformats.org/officeDocument/2006/relationships/slide" Target="/ppt/slides/slide5.xml" Id="Rc44d59514d574b87" /><Relationship Type="http://schemas.openxmlformats.org/officeDocument/2006/relationships/slide" Target="/ppt/slides/slide6.xml" Id="R54f40c08f26f4c15" /><Relationship Type="http://schemas.openxmlformats.org/officeDocument/2006/relationships/slide" Target="/ppt/slides/slide7.xml" Id="R40a356b48f574c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81b4e3d2cf4a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0f6b5b44aa4f7a" /><Relationship Type="http://schemas.openxmlformats.org/officeDocument/2006/relationships/notesMaster" Target="/ppt/notesMasters/notesMaster1.xml" Id="R71b4a8d0fc7648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b37cab2d5345bc" /><Relationship Type="http://schemas.openxmlformats.org/officeDocument/2006/relationships/notesMaster" Target="/ppt/notesMasters/notesMaster1.xml" Id="R12d5dc13838f48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a832e8d6024455" /><Relationship Type="http://schemas.openxmlformats.org/officeDocument/2006/relationships/notesMaster" Target="/ppt/notesMasters/notesMaster1.xml" Id="R2d52f34d6c0c4b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a7647c59c94b84" /><Relationship Type="http://schemas.openxmlformats.org/officeDocument/2006/relationships/notesMaster" Target="/ppt/notesMasters/notesMaster1.xml" Id="R9ed6cb32c47343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d5f90857cb4701" /><Relationship Type="http://schemas.openxmlformats.org/officeDocument/2006/relationships/notesMaster" Target="/ppt/notesMasters/notesMaster1.xml" Id="R58b5e1d57d7049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f6806deaa34a6c" /><Relationship Type="http://schemas.openxmlformats.org/officeDocument/2006/relationships/notesMaster" Target="/ppt/notesMasters/notesMaster1.xml" Id="R3b235278f69e43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596915b2614e78" /><Relationship Type="http://schemas.openxmlformats.org/officeDocument/2006/relationships/notesMaster" Target="/ppt/notesMasters/notesMaster1.xml" Id="R5d83f9cd555244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เริ่มว่า เราต้องการรู้ว่าโฟลเดอร์ไหนใช้พื้นที่มาก จึงทำเว็บให้เลือกโฟลเดอร์ ดูรายการและขนาดได้ งานแบ่งเป็นศรัณย์ทำ C, ปวริศช์ทำ Python bridge และธีรเมธทำ UI ภาพประกอบนี้เป็นภาพรัน UI จริงกับ simulator ไม่ใช่ผลสแกนจาก C/WSL วันนำเสนอ 9 ตุลาคม 2569 เวลา 13:00 น. สถานะเอกสาร ณ 4 ตุลาคม 2569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opendir/readdir/closedir เป็นฟังก์ชัน libc ไม่ควรบอกว่าทุกชื่อเป็น kernel syscall โดยตรง lstat อ่าน metadata ของตัวลิงก์โดยไม่ตามปลายทาง Scanner ต้องเช็ก errno และปิด directory stream ใช้ strace กับ C ที่รันจริงเพื่อยืนยัน syscall บนเครื่องนำเสนอ ขณะนี้ checkout ยังไม่มี scanner C รุ่นส่งงาน</a:t>
            </a:r>
          </a:p>
          <a:p xmlns:a="http://schemas.openxmlformats.org/drawingml/2006/main">
            <a:r>
              <a:t>แหล่งอ้างอิง: https://man7.org/linux/man-pages/man3/readdir.3.html และ https://man7.org/linux/man-pages/man2/stat.2.html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นี่คือสถาปัตยกรรมเป้าหมายตาม CONTRACT ไม่ใช่คำรับรองว่า backend รุ่นนี้ทำครบ POST /api/scans คืน id ก่อน scan จบ จากนั้นหน้าเว็บขอ GET /api/scans/{id} และ children Python ต้องแปลง path จาก D:\demo เป็น /mnt/d/demo ตรวจ relativePath และแยก stderr จาก stdout JSON เป็นรูปแบบข้อมูล HTTP กับ pipe เป็นช่องทางสื่อสาร</a:t>
            </a:r>
          </a:p>
          <a:p xmlns:a="http://schemas.openxmlformats.org/drawingml/2006/main">
            <a:r>
              <a:t>แหล่งอ้างอิง: docs/CONTRACT.md, docs/UI_HANDOFF.md และ https://docs.python.org/3/library/subprocess.html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ไม่ใช้สูตรปัด cluster แทนค่าที่วัด และไม่เรียก Allocated ลบ Logical ว่า Slack เสมอ UI แสดงค่าจาก backend โฟลเดอร์ต้องรวมจากผลทั้งโฟลเดอร์ ไม่ใช่แค่ 50 แถวบนจอ CONTRACT ยังไม่ระบุ root totals จึงแสดงไม่ทราบแทนการเดา ตอนนำเสนอให้ปวริศช์แสดงไฟล์ที่ตรวจเทียบ Windows จริงหนึ่งไฟล์ ปัจจุบันยังไม่มีหลักฐานนั้นในชุดส่งนี้</a:t>
            </a:r>
          </a:p>
          <a:p xmlns:a="http://schemas.openxmlformats.org/drawingml/2006/main">
            <a:r>
              <a:t>แหล่งอ้างอิง: https://learn.microsoft.com/en-us/windows/win32/api/fileapi/nf-fileapi-getcompressedfilesizew และ docs/SPEC.md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ชี้ว่าหน้าเว็บใช้ cache แยกตาม parentRelativePath ตอนเลือกโฟลเดอร์จะขอลูกของโฟลเดอร์นั้น ไม่โหลด tree ทั้งไดรฟ์ในครั้งเดียว tree กรอง directory แต่ offset ต้องนับรายการทุกชนิด เมื่อสแกนจบเว็บล้างหน้าที่โหลดและขอใหม่ เพื่อไม่ให้ลำดับเปลี่ยนจนไฟล์หายหรือซ้ำ ภาพนี้เป็นหลักฐาน UI เท่านั้น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ก่อนวันส่งต้องเปลี่ยนมาเดโมด้วย backend C/WSL จริงบน Windows ถ้ายังไม่พร้อม ให้บอกว่าเป็นการสาธิต UI ผ่าน simulator เปิด /?mock=1 แล้วรอ partial เลือก many-folders/deep และทดลอง error ใน Reveal งานนานใช้ scenario slow สำหรับ Cancel ผลเต็มไดรฟ์ต้องมีรหัสงานจริงที่สแกนจบแล้ว ห้ามอ้างผล mock ว่าเป็นผลสดหรือ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ผลอัตโนมัติอยู่ docs/ui-evidence/results.json และ http-results.json ไม่ใช่ผลรัน scanner จริง หลักฐาน screenshots แสดงชัดว่าโหมด mock ต้องให้ทุกคนลอง Scan/Cancel/Reveal หลังรวมงาน ทดสอบ full-drive จริง เก็บเวลาและหน่วยความจำ แล้วปรับสไลด์นี้ตามหลักฐานก่อนนำเสนอ ไม่อ้างเร็วขึ้นหรือแม่นยำกว่าต้นแบบโดยไม่มีผลวัด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1956f15df45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aa511579464e29" /><Relationship Type="http://schemas.openxmlformats.org/officeDocument/2006/relationships/slideLayout" Target="/ppt/slideLayouts/slideLayout1.xml" Id="R98b1d586d01e45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b1d586d01e45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ef0c0c8f04b0c" /><Relationship Type="http://schemas.openxmlformats.org/officeDocument/2006/relationships/image" Target="/ppt/media/image.png" Id="R62ff5a9049804860" /><Relationship Type="http://schemas.openxmlformats.org/officeDocument/2006/relationships/notesSlide" Target="/ppt/notesSlides/notesSlide1.xml" Id="R4127205c9dc746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9d5c3a67f4415" /><Relationship Type="http://schemas.openxmlformats.org/officeDocument/2006/relationships/notesSlide" Target="/ppt/notesSlides/notesSlide2.xml" Id="Rd6a0adc77ca84b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3f46857954140" /><Relationship Type="http://schemas.openxmlformats.org/officeDocument/2006/relationships/notesSlide" Target="/ppt/notesSlides/notesSlide3.xml" Id="R740ecb688b4447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68c59161e45f3" /><Relationship Type="http://schemas.openxmlformats.org/officeDocument/2006/relationships/notesSlide" Target="/ppt/notesSlides/notesSlide4.xml" Id="Raacac2c3517148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ac6dbe77144e7" /><Relationship Type="http://schemas.openxmlformats.org/officeDocument/2006/relationships/image" Target="/ppt/media/image2.png" Id="R83f6814c436042d6" /><Relationship Type="http://schemas.openxmlformats.org/officeDocument/2006/relationships/notesSlide" Target="/ppt/notesSlides/notesSlide5.xml" Id="R6d011d2218db48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6438efc0bb4067" /><Relationship Type="http://schemas.openxmlformats.org/officeDocument/2006/relationships/notesSlide" Target="/ppt/notesSlides/notesSlide6.xml" Id="Raf9116626e5445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e4f34113542b8" /><Relationship Type="http://schemas.openxmlformats.org/officeDocument/2006/relationships/notesSlide" Target="/ppt/notesSlides/notesSlide7.xml" Id="R051a6289d5934d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E9942-51EF-41AC-8561-DDF32629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54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CoreSpace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0899C-A30D-4B06-91F5-F9D23758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8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ดูว่าโฟลเดอร์ไหนใช้พื้นที่มาก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7DCD8-48A3-416D-9DCB-F08D5AF8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เลือกโฟลเดอร์ → ดูขนาด → กางสำรวจ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D5B27E-65DE-4FAF-AD69-AF6B741C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เว็บสำหรับไฟล์ในเครื่องเดียวกัน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F76E9-8D93-43F1-A173-DE00D79A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ภาพนี้เป็นการทดสอบ UI ด้วยข้อมูลสมมติ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f5a9049804860"/>
          <a:stretch xmlns:a="http://schemas.openxmlformats.org/drawingml/2006/main"/>
        </p:blipFill>
        <p:spPr>
          <a:xfrm xmlns:a="http://schemas.openxmlformats.org/drawingml/2006/main">
            <a:off x="7007399" y="1476375"/>
            <a:ext cx="3796952" cy="4619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3A188-BE09-43AB-A443-05ABBEEB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1 / 7  ·  ธีรเมธ · 45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6122379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1BFE3-CA85-459D-BE1A-81F228A8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Directory, metadata และ IPC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C3133-9142-4E49-B456-2578F82E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Directory traversal: เดินรายการโฟลเดอร์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5B84C-05D8-437E-9C94-FC0AAAD3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Metadata: อ่านชนิดและขนาดโดยไม่อ่านเนื้อหาทั้งไฟล์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2EB02-925F-445D-89B1-8FDBB391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IPC: process ของ Python กับ C ส่งข้อมูลผ่าน pipe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A7758-5D70-499D-ABEF-675552B2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POSIX API ใน libc ขอใช้บริการของ kernel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9929B-6A2E-4196-9CCD-E0C3E98A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2 / 7  ·  ศรัณย์ · 55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20268809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19F5E-B033-437A-9185-7F750E81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จากปุ่ม Scan ถึงไฟล์บนดิสก์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9604B-A128-49D6-9861-A82BFD0E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1  Browser → Python: HTTP + JSON บน localhost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67DF0-D6FC-4EF3-BA5A-A0CB203D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2  Python → C ใน WSL: เปิด process แล้วอ่าน stdout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8EC54-C8BF-49AB-B064-BD3D7AA2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3  C → OS: อ่าน directory / metadata ส่ง NDJSON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7D999-7546-4CCE-9A55-F60FF229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4  Python: วัด Allocated บน Windows และเก็บ SQLite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34DE4-0EEF-44BE-A208-317248F7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5  Browser: ขอ status ทุก 2 วินาที และลูกครั้งละ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96D4C-7DCC-4065-BB9F-D8C2B386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3 / 7  ·  ศรัณย์ · 60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848212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0C6AB-CF4E-4327-9574-0B2B1E39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Logical กับ Allocated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68C5D-BE83-497B-A465-EFD4B93C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Logical: ขนาดเนื้อหาไฟล์จาก metadata ของ 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98143-F12C-456F-A794-82671327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Allocated: พื้นที่บนดิสก์จาก Windows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A9F6D-D1BA-4FCD-AE6B-E2BAFC8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ไฟล์บีบอัดอาจใช้พื้นที่น้อยกว่าขนาดเนื้อหา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FDFE1A-4197-4209-9E84-4FA5278C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null = ไม่ทราบค่า    0 = วัดได้ศูนย์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80969-519C-4F3E-B15B-2A011312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ยอดตาม path อาจนับ hard link ซ้ำ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FD741-BD0E-4F18-A3AF-D721D3EE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4 / 7  ·  ปวริศช์ · 60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20593292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0CD25-136A-492E-A0E2-391B208B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กางลึกได้ และดูรายการครบ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56B49-486C-43D7-A7E3-2E88E530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Tree: โฟลเดอร์ · ตาราง: ไฟล์ / โฟลเดอร์ / ลิงก์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D85B3-2056-4542-9364-4810F058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โหลดครั้งละ 50 แล้วขอหน้าถัดไป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D9F47-CB40-436B-9108-28D0773A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เปิดถึงชั้น 8 ได้ในชุดทดสอบ 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13B8F-BA20-4075-BBB1-9B4AD894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ภาพจากข้อมูลสมมติ ไม่ใช่ผลสแกนจริง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6814c436042d6"/>
          <a:stretch xmlns:a="http://schemas.openxmlformats.org/drawingml/2006/main"/>
        </p:blipFill>
        <p:spPr>
          <a:xfrm xmlns:a="http://schemas.openxmlformats.org/drawingml/2006/main">
            <a:off x="6951627" y="1476375"/>
            <a:ext cx="3908496" cy="4619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E651E-B616-493C-8405-1703DF5B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5 / 7  ·  ธีรเมธ · 55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9985150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9264A-3DD9-461A-89A6-E11E6428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ลำดับเดโม 2 นาที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E1F62-0BE8-4A22-B7A8-09B4995B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00:00  เลือกโฟลเดอร์เล็ก → Scan → ดูสถานะ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A3B1E-1EA0-43AD-A1EF-8EA1B3F8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00:30  กาง tree ถึงชั้น 8 → แสดงเพิ่มเติม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B8221-B4E1-470E-869F-34F27657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01:00  ดู unknown / ผลบางส่วน → Reveal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85CD6-D746-4CDD-A833-629A8B25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01:30  เปิดผลที่เตรียมไว้ หรือสาธิต Cancel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85E98-AA06-446D-9E2D-BA2F51FD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6 / 7  ·  ธีรเมธ · 120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3320601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174C7-0EA7-4B0F-B95C-3BE67FEC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ผลทดสอบและงานรวมระบบ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28FCA-16BB-45BC-A4C0-81268087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ตรวจ UI: pagination, depth 8, Cancel, Reveal และ error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345DD-EEEC-43D4-93AE-799B87BB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ตรวจ HTTP จำลอง: คำตอบช้า, retry, เปลี่ยนลำดับเมื่อจบ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3016F-21BF-46D1-85EE-FA51811B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หน้าเว็บใช้ Vue / CSS ในเครื่อง ไม่พึ่ง CDN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F9736-3F1F-42D0-A8FA-25C179F4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ยังต้องยืนยัน: C/WSL, Windows Allocated และ Explorer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92491-F622-47EC-9F71-62BDF3AD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ยังไม่มีผล full-drive benchmark ของระบบใหม่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57554-02F4-4D74-8785-49468FD8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7 / 7  ·  ปวริศช์ · 70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301359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2026-10-04T08:17:23.8290000Z</dcterms:created>
  <dcterms:modified xsi:type="dcterms:W3CDTF">2026-10-04T08:17:23.8290000Z</dcterms:modified>
</coreProperties>
</file>