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dff1b9dc0040e4" /><Relationship Type="http://schemas.openxmlformats.org/officeDocument/2006/relationships/extended-properties" Target="/docProps/app.xml" Id="Rc3469b5b5d63422f" /><Relationship Type="http://schemas.openxmlformats.org/officeDocument/2006/relationships/officeDocument" Target="/ppt/presentation.xml" Id="R1353757a4d1649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521e027bb84be0"/>
  </p:sldMasterIdLst>
  <p:notesMasterIdLst>
    <p:notesMasterId xmlns:r="http://schemas.openxmlformats.org/officeDocument/2006/relationships" r:id="Re4ac29cf83b848a7"/>
  </p:notesMasterIdLst>
  <p:sldIdLst>
    <p:sldId xmlns:r="http://schemas.openxmlformats.org/officeDocument/2006/relationships" id="256" r:id="Rd721f0fe8ce2456f"/>
    <p:sldId xmlns:r="http://schemas.openxmlformats.org/officeDocument/2006/relationships" id="257" r:id="R028616e483664481"/>
    <p:sldId xmlns:r="http://schemas.openxmlformats.org/officeDocument/2006/relationships" id="258" r:id="Rac607d536e644639"/>
    <p:sldId xmlns:r="http://schemas.openxmlformats.org/officeDocument/2006/relationships" id="259" r:id="R543154fc5f2a4ddc"/>
    <p:sldId xmlns:r="http://schemas.openxmlformats.org/officeDocument/2006/relationships" id="260" r:id="R517112c6e5b5412c"/>
    <p:sldId xmlns:r="http://schemas.openxmlformats.org/officeDocument/2006/relationships" id="261" r:id="Ra95a976e0eca41bd"/>
    <p:sldId xmlns:r="http://schemas.openxmlformats.org/officeDocument/2006/relationships" id="262" r:id="R871543ee694647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6e05ed3a944fb7" /><Relationship Type="http://schemas.openxmlformats.org/officeDocument/2006/relationships/slideMaster" Target="/ppt/slideMasters/slideMaster1.xml" Id="Re2521e027bb84be0" /><Relationship Type="http://schemas.openxmlformats.org/officeDocument/2006/relationships/notesMaster" Target="/ppt/notesMasters/notesMaster1.xml" Id="Re4ac29cf83b848a7" /><Relationship Type="http://schemas.openxmlformats.org/officeDocument/2006/relationships/presProps" Target="/ppt/presProps.xml" Id="Rc2d166975e064ee9" /><Relationship Type="http://schemas.openxmlformats.org/officeDocument/2006/relationships/tableStyles" Target="/ppt/tableStyles.xml" Id="Rb4f3dda09fa34213" /><Relationship Type="http://schemas.openxmlformats.org/officeDocument/2006/relationships/slide" Target="/ppt/slides/slide1.xml" Id="Rd721f0fe8ce2456f" /><Relationship Type="http://schemas.openxmlformats.org/officeDocument/2006/relationships/slide" Target="/ppt/slides/slide2.xml" Id="R028616e483664481" /><Relationship Type="http://schemas.openxmlformats.org/officeDocument/2006/relationships/slide" Target="/ppt/slides/slide3.xml" Id="Rac607d536e644639" /><Relationship Type="http://schemas.openxmlformats.org/officeDocument/2006/relationships/slide" Target="/ppt/slides/slide4.xml" Id="R543154fc5f2a4ddc" /><Relationship Type="http://schemas.openxmlformats.org/officeDocument/2006/relationships/slide" Target="/ppt/slides/slide5.xml" Id="R517112c6e5b5412c" /><Relationship Type="http://schemas.openxmlformats.org/officeDocument/2006/relationships/slide" Target="/ppt/slides/slide6.xml" Id="Ra95a976e0eca41bd" /><Relationship Type="http://schemas.openxmlformats.org/officeDocument/2006/relationships/slide" Target="/ppt/slides/slide7.xml" Id="R871543ee694647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c4272682a34c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a0879fb1984560" /><Relationship Type="http://schemas.openxmlformats.org/officeDocument/2006/relationships/notesMaster" Target="/ppt/notesMasters/notesMaster1.xml" Id="R6efd4001a2ec45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73ab1746c442b1" /><Relationship Type="http://schemas.openxmlformats.org/officeDocument/2006/relationships/notesMaster" Target="/ppt/notesMasters/notesMaster1.xml" Id="R51c10c40ab704e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a441f953ad4646" /><Relationship Type="http://schemas.openxmlformats.org/officeDocument/2006/relationships/notesMaster" Target="/ppt/notesMasters/notesMaster1.xml" Id="R683019ef8ca241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62087493e34437" /><Relationship Type="http://schemas.openxmlformats.org/officeDocument/2006/relationships/notesMaster" Target="/ppt/notesMasters/notesMaster1.xml" Id="Redb9dd633e944d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73d140dae449e4" /><Relationship Type="http://schemas.openxmlformats.org/officeDocument/2006/relationships/notesMaster" Target="/ppt/notesMasters/notesMaster1.xml" Id="R94e208ce767f49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42b65530b443dc" /><Relationship Type="http://schemas.openxmlformats.org/officeDocument/2006/relationships/notesMaster" Target="/ppt/notesMasters/notesMaster1.xml" Id="Re7cac764665342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61df76ed074df9" /><Relationship Type="http://schemas.openxmlformats.org/officeDocument/2006/relationships/notesMaster" Target="/ppt/notesMasters/notesMaster1.xml" Id="Rc1bf432fe8a249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เริ่มว่า เราต้องการรู้ว่าโฟลเดอร์ไหนใช้พื้นที่มาก จึงทำเว็บให้เลือกโฟลเดอร์ ดูรายการและขนาดได้ งานแบ่งเป็นศรัณย์ทำ C, ปวริศช์ทำ Python bridge และธีรเมธทำ UI ภาพประกอบนี้เป็นภาพรัน UI จริงกับ simulator ไม่ใช่ผลสแกนจาก C/WSL วันนำเสนอ 9 ตุลาคม 2569 เวลา 13:00 น. สถานะเอกสาร ณ 5 ตุลาคม 2569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opendir/readdir/closedir เป็นฟังก์ชัน libc ไม่ควรบอกว่าทุกชื่อเป็น kernel syscall โดยตรง lstat อ่าน metadata ของตัวลิงก์โดยไม่ตามปลายทาง Scanner ต้องเช็ก errno และปิด directory stream ใช้ strace กับ C ที่รันจริงเพื่อยืนยัน syscall บนเครื่องนำเสนอ ขณะนี้ checkout ยังไม่มี scanner C รุ่นส่งงาน</a:t>
            </a:r>
          </a:p>
          <a:p xmlns:a="http://schemas.openxmlformats.org/drawingml/2006/main">
            <a:r>
              <a:t>แหล่งอ้างอิง: https://man7.org/linux/man-pages/man3/readdir.3.html และ https://man7.org/linux/man-pages/man2/stat.2.html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Python bridge และ SQLite รวมใน checkout แล้ว ทดสอบ Browser → Python → SQLite ด้วยข้อมูลทดสอบ ส่วน C/WSL และ Windows ต้องยืนยันบนเครื่องนำเสนอ POST /api/scans คืน id ก่อน scan จบ จากนั้นหน้าเว็บขอ GET /api/scans/{id} และ children Python ต้องแปลง path จาก D:\demo เป็น /mnt/d/demo ตรวจ relativePath และแยก stderr จาก stdout JSON เป็นรูปแบบข้อมูล HTTP กับ pipe เป็นช่องทางสื่อสาร</a:t>
            </a:r>
          </a:p>
          <a:p xmlns:a="http://schemas.openxmlformats.org/drawingml/2006/main">
            <a:r>
              <a:t>แหล่งอ้างอิง: docs/CONTRACT.md, docs/UI_HANDOFF.md และ https://docs.python.org/3/library/subprocess.html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ไม่ใช้สูตรปัด cluster แทนค่าที่วัด และไม่เรียก Allocated ลบ Logical ว่า Slack เสมอ UI แสดงค่าจาก backend โฟลเดอร์ต้องรวมจากผลทั้งโฟลเดอร์ ไม่ใช่แค่ 50 แถวบนจอ ยอด root และโฟลเดอร์ที่เลือกอ่านจาก children.folder ตาม API ล่าสุด หลังสแกนจบจะโหลด metadata ใหม่ ค่า 0 แสดง 0 B ส่วน null แสดงไม่ทราบ ตอนนำเสนอให้ปวริศช์แสดงไฟล์ที่ตรวจเทียบ Windows จริงหนึ่งไฟล์ ปัจจุบันยังไม่มีหลักฐานนั้นในชุดส่งนี้</a:t>
            </a:r>
          </a:p>
          <a:p xmlns:a="http://schemas.openxmlformats.org/drawingml/2006/main">
            <a:r>
              <a:t>แหล่งอ้างอิง: https://learn.microsoft.com/en-us/windows/win32/api/fileapi/nf-fileapi-getcompressedfilesizew และ docs/SPEC.md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ชี้ว่าหน้าเว็บใช้ cache แยกตาม parentRelativePath ตอนเลือกโฟลเดอร์จะขอลูกของโฟลเดอร์นั้น ไม่โหลด tree ทั้งไดรฟ์ในครั้งเดียว tree กรอง directory แต่ offset ต้องนับรายการทุกชนิด เมื่อสแกนจบเว็บล้างหน้าที่โหลดและขอใหม่ เพื่อไม่ให้ลำดับเปลี่ยนจนไฟล์หายหรือซ้ำ ภาพนี้เป็นหลักฐาน UI เท่านั้น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ก่อนวันส่งต้องเปลี่ยนมาเดโมด้วย backend C/WSL จริงบน Windows ถ้ายังไม่พร้อม ให้บอกว่าเป็นการสาธิต UI ผ่าน simulator เปิด /?mock=1 แล้วรอ partial เลือก many-folders/deep และทดลอง error ใน Reveal งานนานใช้ scenario slow สำหรับ Cancel ผลเต็มไดรฟ์ต้องมีรหัสงานจริงที่สแกนจบแล้ว ห้ามอ้างผล mock ว่าเป็นผลสดหรือ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ผลอัตโนมัติอยู่ docs/ui-evidence/results.json, http-results.json และ review-results.json ชุด review ใช้ Python HTTP กับ SQLite จริงและข้อมูลทดสอบ แก้ยอด root, รายละเอียด issues และ status.error แล้ว ไม่ใช่ผลรัน scanner จริง หลักฐาน screenshots แสดงชัดว่าโหมด mock ต้องให้ทุกคนลอง Scan/Cancel/Reveal หลังรวมงาน ทดสอบ full-drive จริง เก็บเวลาและหน่วยความจำ แล้วปรับสไลด์นี้ตามหลักฐานก่อนนำเสนอ ไม่อ้างเร็วขึ้นหรือแม่นยำกว่าต้นแบบโดยไม่มีผลวัด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fc36f3ef945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a62d84564a4544" /><Relationship Type="http://schemas.openxmlformats.org/officeDocument/2006/relationships/slideLayout" Target="/ppt/slideLayouts/slideLayout1.xml" Id="R9102da400d2e4d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02da400d2e4d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8525af65e47eb" /><Relationship Type="http://schemas.openxmlformats.org/officeDocument/2006/relationships/image" Target="/ppt/media/image.png" Id="R144c5828747f47d2" /><Relationship Type="http://schemas.openxmlformats.org/officeDocument/2006/relationships/notesSlide" Target="/ppt/notesSlides/notesSlide1.xml" Id="R5eb08b3a26b540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6cac3b0ac430d" /><Relationship Type="http://schemas.openxmlformats.org/officeDocument/2006/relationships/notesSlide" Target="/ppt/notesSlides/notesSlide2.xml" Id="Rafdacbe1324148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ddc83c5904c91" /><Relationship Type="http://schemas.openxmlformats.org/officeDocument/2006/relationships/notesSlide" Target="/ppt/notesSlides/notesSlide3.xml" Id="Reba93f1b96ae42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1e0e5e21b64072" /><Relationship Type="http://schemas.openxmlformats.org/officeDocument/2006/relationships/notesSlide" Target="/ppt/notesSlides/notesSlide4.xml" Id="Rf820fc6c6e824b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1188eb59343ba" /><Relationship Type="http://schemas.openxmlformats.org/officeDocument/2006/relationships/image" Target="/ppt/media/image2.png" Id="R1444ffb89f8b4ac7" /><Relationship Type="http://schemas.openxmlformats.org/officeDocument/2006/relationships/notesSlide" Target="/ppt/notesSlides/notesSlide5.xml" Id="Rfb86c662f17643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9298473bde487e" /><Relationship Type="http://schemas.openxmlformats.org/officeDocument/2006/relationships/notesSlide" Target="/ppt/notesSlides/notesSlide6.xml" Id="Rba44750f03a549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8b8d9427a4691" /><Relationship Type="http://schemas.openxmlformats.org/officeDocument/2006/relationships/notesSlide" Target="/ppt/notesSlides/notesSlide7.xml" Id="R9c7ff60656194c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41DDA4-3FBE-4602-8F1C-47E77EF8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54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CoreSpace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2F390-200C-46F1-800C-15F1C8F7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8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ดูว่าโฟลเดอร์ไหนใช้พื้นที่มาก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178C4-2B37-4BB0-98AC-A22D6D1A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523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เลือกโฟลเดอร์ → ดูขนาด → กางสำรวจ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E674A-E341-45FC-B2B1-97A211A8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523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เว็บสำหรับไฟล์ในเครื่องเดียวกัน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F8171-A677-4761-AC98-7A6DA881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523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195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ภาพนี้เป็นการทดสอบ UI ด้วยข้อมูลสมมติ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4c5828747f47d2"/>
          <a:stretch xmlns:a="http://schemas.openxmlformats.org/drawingml/2006/main"/>
        </p:blipFill>
        <p:spPr>
          <a:xfrm xmlns:a="http://schemas.openxmlformats.org/drawingml/2006/main">
            <a:off x="7007399" y="1476375"/>
            <a:ext cx="3796952" cy="4619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C145E5-1EB1-459C-B789-E5454E2C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1 / 7  ·  ธีรเมธ · 45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3098862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E24DC9-1596-4D30-B5AC-21975C71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Directory, metadata และ IPC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CF298-E64B-4E2F-8731-71BC4671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Directory traversal: เดินรายการโฟลเดอร์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AEAECF-E483-4FC0-9B63-34BEBA1D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Metadata: อ่านชนิดและขนาดโดยไม่อ่านเนื้อหาทั้งไฟล์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11C4C-540E-47CF-8E5D-62875AAD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IPC: process ของ Python กับ C ส่งข้อมูลผ่าน pipe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4CCAF-BF7E-4157-B9B3-D223EC89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POSIX API ใน libc ขอใช้บริการของ kernel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4A0AC-6F58-4F87-A18E-9118247F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2 / 7  ·  ศรัณย์ · 55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15965791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D1D18C-2069-4394-9D28-BFB30308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จากปุ่ม Scan ถึงไฟล์บนดิสก์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82F8A-E1D7-4A90-BD9D-CD7178A2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1  Browser → Python: HTTP + JSON บน localhost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BF2E5C-5167-49FA-86C9-EB4D1823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2  Python → C ใน WSL: เปิด process แล้วอ่าน stdout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1F810-E2D6-41F2-BE06-675B36FE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3  C → OS: อ่าน directory / metadata ส่ง NDJSON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5F4285-7B5F-4340-BD80-9116B03B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4  Python: วัด Allocated บน Windows และเก็บ SQLite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5C104-00A1-463D-AE7C-7619E901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5  Browser: ขอ status ทุก 2 วินาที และลูกครั้งละ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75A5D-0C06-4808-83BD-6E3D2C08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3 / 7  ·  ศรัณย์ · 60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14966100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73774-3ED2-46E0-9000-70560A27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Logical กับ Allocated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C19B4-BB09-4C9F-BC8D-35E7CBFC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Logical: ขนาดเนื้อหาไฟล์จาก metadata ของ 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52842-AF26-4B94-A9B4-1EE52E5E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Allocated: พื้นที่บนดิสก์จาก Windows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BA8A3-5850-4F85-B7C1-D64D1B27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ไฟล์บีบอัดอาจใช้พื้นที่น้อยกว่าขนาดเนื้อหา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0452F-B319-4A43-8BC8-5DBE9D81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null = ไม่ทราบค่า    0 = วัดได้ศูนย์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9E811B-EC57-4C8A-9353-E129B7B7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ยอดตาม path อาจนับ hard link ซ้ำ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9B802-C187-41DB-8BF9-459390BC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4 / 7  ·  ปวริศช์ · 60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21142481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9FF6DE-5F07-4E69-8177-19CFE020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กางลึกได้ และดูรายการครบ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EFE50E-47EF-482C-9DBA-10A83DAB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Tree: โฟลเดอร์ · ตาราง: ไฟล์ / โฟลเดอร์ / ลิงก์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95151E-A133-4FD7-B14B-03854E7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โหลดครั้งละ 50 แล้วขอหน้าถัดไป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6FF199-8BBF-4E7A-A654-A5AACD6D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เปิดถึงชั้น 8 ได้ในชุดทดสอบ UI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371898-4CB3-4918-87B7-17B90A5F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100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ภาพจากข้อมูลสมมติ ไม่ใช่ผลสแกนจริง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44ffb89f8b4ac7"/>
          <a:stretch xmlns:a="http://schemas.openxmlformats.org/drawingml/2006/main"/>
        </p:blipFill>
        <p:spPr>
          <a:xfrm xmlns:a="http://schemas.openxmlformats.org/drawingml/2006/main">
            <a:off x="6979917" y="1476375"/>
            <a:ext cx="3851917" cy="4619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B95E6C-D6BD-446F-AB7D-162E626C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5 / 7  ·  ธีรเมธ · 55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4388993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AF4B3-1B90-4998-8F4C-807222C9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ลำดับเดโม 2 นาที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F2E739-7DCD-4CFA-A390-C5F144AE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00:00  เลือกโฟลเดอร์เล็ก → Scan → ดูสถานะ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2EFF0-5D25-4740-99F0-5A4F05A4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00:30  กาง tree ถึงชั้น 8 → แสดงเพิ่มเติม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8B38B-1709-49D4-BDD0-BB021861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01:00  ดู unknown / ผลบางส่วน → Reveal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6D474-7D36-4CBF-8D1A-1A97C985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01:30  เปิดผลที่เตรียมไว้ หรือสาธิต Cancel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AD035-13AF-4ADC-B1E3-D2A33309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6 / 7  ·  ธีรเมธ · 120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19225329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EF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4BEA7-9346-4370-BC80-44A03852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3900" b="1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ผลทดสอบและงานรวมระบบ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4E860-F989-4D09-AD30-4F665A84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ตรวจ UI: pagination, depth 8, Cancel, Reveal และ error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4E9BB-4900-4074-B052-9981C106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ตรวจ HTTP จำลอง: คำตอบช้า, retry, เปลี่ยนลำดับเมื่อจบ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908832-9C53-46C6-9F7A-C8E3C822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หน้าเว็บใช้ Vue / CSS ในเครื่อง ไม่พึ่ง CDN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5EF68-6F4A-4AA9-A245-29D44EB1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ยังต้องยืนยัน: C/WSL, Windows Allocated และ Explorer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86643B-4D2C-4241-8B94-8650412B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defRPr>
            </a:pPr>
            <a:r>
              <a:rPr sz="2325" b="0">
                <a:solidFill>
                  <a:srgbClr val="3C3A39"/>
                </a:solidFill>
                <a:latin typeface="Noto Sans Thai"/>
                <a:ea typeface="Noto Sans Thai"/>
                <a:cs typeface="Noto Sans Thai"/>
              </a:rPr>
              <a:t>ยังไม่มีผล full-drive benchmark ของระบบใหม่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9AB7BD-E531-47CC-82FA-7A39A530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defRPr>
            </a:pPr>
            <a:r>
              <a:rPr sz="1500" b="0">
                <a:solidFill>
                  <a:srgbClr val="716E68"/>
                </a:solidFill>
                <a:latin typeface="Noto Sans Thai"/>
                <a:ea typeface="Noto Sans Thai"/>
                <a:cs typeface="Noto Sans Thai"/>
              </a:rPr>
              <a:t>7 / 7  ·  ปวริศช์ · 70 วินาที</a:t>
            </a:r>
          </a:p>
        </p:txBody>
      </p:sp>
    </p:spTree>
    <p:extLst>
      <p:ext uri="{BB962C8B-B14F-4D97-AF65-F5344CB8AC3E}">
        <p14:creationId xmlns:p14="http://schemas.microsoft.com/office/powerpoint/2010/main" val="16013412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2026-10-05T12:25:26.2500000Z</dcterms:created>
  <dcterms:modified xsi:type="dcterms:W3CDTF">2026-10-05T12:25:26.2500000Z</dcterms:modified>
</coreProperties>
</file>